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D28129-AC0E-30C0-F6FF-65848F26E4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https://www.linkedin.com/in/piyush-dave0307/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FA7D1-CA8E-0261-B4FF-1046D85424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42D46-3CDA-4226-8463-A35F0060A481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4459F8-2DDF-76A8-9C9B-84508DC3B0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https://www.linkedin.com/in/piyush-dave0307/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6C300-355B-6B8C-7012-5390A88186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9EBAB-313A-48CB-B176-8FF9F0B3BE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42285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https://www.linkedin.com/in/piyush-dave0307/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45964-1127-477C-A81F-E21454754D97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https://www.linkedin.com/in/piyush-dave0307/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6BCF7-0508-4616-B151-A3387D6CD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54432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6BCF7-0508-4616-B151-A3387D6CD28C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9BAAE-6830-4AE4-5A4F-9C8B68361A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8BCAA22-2B12-F4EC-4637-4B25382C342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</p:spTree>
    <p:extLst>
      <p:ext uri="{BB962C8B-B14F-4D97-AF65-F5344CB8AC3E}">
        <p14:creationId xmlns:p14="http://schemas.microsoft.com/office/powerpoint/2010/main" val="1102561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7F01-80A0-8FA8-7EB8-6ABED700E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E7A41-98D0-0AA6-CA78-9087023AF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BC747-270A-96D9-4027-72806B9D4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03E-DC8B-487F-BF93-0F0C6AFA4C9B}" type="datetime1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BFB06-45B7-98DA-DB8D-0C8CC18A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15E47-B171-ECC7-B12C-76CD6B5E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66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B58C-2873-B27F-4FFE-2562C74B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77760-A5D9-53D2-45F0-0896D4F21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00858-F2AF-F98D-0A5A-DCEAA7F3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F98C-85B4-462F-A708-D7A4FAC55C34}" type="datetime1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37BA0-90F3-8786-A475-072BCAAB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8FB9C-1296-60AD-E444-34275143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0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8DF5-935D-DFDB-EDD2-9E4BB6950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C351A-61E5-6437-228B-C87A71C17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88E89-5703-E731-4A1B-BE8DEB99B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A4F5-74E5-4893-984D-97A613318364}" type="datetime1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E31D8-D02A-A9C0-DDD3-7B39296C6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BD83E-C311-6EE6-0423-18D64CE5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1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A69C-BCF4-D8F5-B298-0D29016A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6A5D-319C-63D6-A549-9A01C8E6D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AB4EF-5A34-45EF-38B1-39F570B7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BBAB2-E251-C6AA-C09F-D568C5A6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04A99-8105-47EC-8ABD-C1E112230179}" type="datetime1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DA9A-BF84-4CD0-A782-775230A9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BCC85-76B0-ED82-643B-AFFE89C5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878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98CE9-AAAD-C51F-4C91-0703E4E3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C7F7D-38E6-8C8C-AD70-964771CD2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1F6C8-EB84-78A6-6F4E-71CAC8419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358A-62BB-568B-0487-BDCA9979B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F5E2B-3DB5-7ED3-FFCF-7B7AFE20F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E8B53-2485-66E2-AF57-CF4B6DE0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4DF56-4C42-473D-869D-229C1B7F65B3}" type="datetime1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9CCAE8-30E1-4308-EB60-C0DB1BFF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2E649-E9A9-062E-B699-55FD9535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95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7923C-75A0-4611-C12C-621C9379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B8973-BDA5-86B3-45DD-1E5600A4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A790-231E-47E7-8EAB-5F5A58DD9E5F}" type="datetime1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0D0D1-69E2-B4D1-C8CF-8CA5C9E4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389AB-1B63-FE9B-20F8-0AB02D84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992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57601A-AA0E-9DBC-255B-A768F558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9C1A-58B2-405F-86DD-A6D1E6A6E896}" type="datetime1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00E2B-856A-6C2E-67C2-B211200E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6E4A3-7087-0416-8EB0-1E89E2A4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91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B9F9-E291-305C-12B9-8C9D470D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5B1D-70A9-D6C6-7A30-A96D62E9C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6FE75-1C10-2218-99C5-030CB2D9E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80F2B-B6B7-40B3-636A-93F33204E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7B47-AFB9-488B-BF7D-73FB50C17428}" type="datetime1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4107D-1A98-A820-0667-3623E0C4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0D4B3-835D-C826-D666-46CF84F9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90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968E-7300-7C23-E13D-21578F29F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8EFF3-F09E-C72F-9DEF-1FDEE00EC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05073-538D-A57C-CCF0-211B0D9A2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6E9C0-8884-5FB8-ED92-A0F8F2D1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74EB-BA75-407F-9A4F-469BE334FD9A}" type="datetime1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1E09D-E71C-C0B4-95DC-479FD7A9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56895-2711-3127-DE54-FF3EF99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02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29AA-5AD8-D374-424B-8470271B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E6A24-7E5D-2D08-F6A3-E798F2846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F793A-766D-713F-ABF2-A416A31FA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DCE86-C429-4075-8BCD-09667BC98593}" type="datetime1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AF4BC-974A-3466-B3FD-BEB6AC67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E3148-28F9-F250-94AA-CDB80A656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231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44F0A-CB04-3619-66B6-891CA8E5AE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93589-20F7-7E80-EFC0-C782B0DD2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C14EA-58A4-3961-DF52-BDEECDC6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2C013-7793-4EE9-9D05-483A597CFF79}" type="datetime1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4F8B1-0766-8773-FE9A-3D2F04439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13160-FC79-1280-8F97-35054B1E7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50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5BB401-4947-A568-6375-6960F8B34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448CD-15E7-9189-77B5-9023D0735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AA6D5-FE0F-E0BD-D849-F099AC2CB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9EE64-00D4-470C-8C68-C23DB16DEFAC}" type="datetime1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F084F-F03E-BD8C-E100-B27C20F0A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https://www.linkedin.com/in/piyush-dave0307/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621B3-173A-A905-2559-F9CB7C513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7197D-ED1E-468D-85F5-0E3160C0C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89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5E73-F1F2-5045-9D0B-B91298D6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172720"/>
            <a:ext cx="11765280" cy="668527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Algo Trading?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Algo Trading?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strategies used in Algo Trading?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780E5-3533-FAD6-788E-D5DD5729A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</p:spTree>
    <p:extLst>
      <p:ext uri="{BB962C8B-B14F-4D97-AF65-F5344CB8AC3E}">
        <p14:creationId xmlns:p14="http://schemas.microsoft.com/office/powerpoint/2010/main" val="279031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D4C19-8138-1055-B34C-A4A829BEC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696721"/>
            <a:ext cx="11353800" cy="2844800"/>
          </a:xfrm>
        </p:spPr>
        <p:txBody>
          <a:bodyPr>
            <a:normAutofit/>
          </a:bodyPr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Mathematics Meets Trading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Mathematical Concepts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Mathematical Models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Calculation-Based System – Pre-Defined Rules Tested Even in Worst-Case Scenarios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3322F-74D3-9B71-8B54-85949619638F}"/>
              </a:ext>
            </a:extLst>
          </p:cNvPr>
          <p:cNvSpPr txBox="1"/>
          <p:nvPr/>
        </p:nvSpPr>
        <p:spPr>
          <a:xfrm>
            <a:off x="3637280" y="423595"/>
            <a:ext cx="736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Algo Trading?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3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3E958F-8D59-7597-C33B-1B4FDE393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</p:spTree>
    <p:extLst>
      <p:ext uri="{BB962C8B-B14F-4D97-AF65-F5344CB8AC3E}">
        <p14:creationId xmlns:p14="http://schemas.microsoft.com/office/powerpoint/2010/main" val="187264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D502-9FDE-EDBC-34DC-6428142AB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127760"/>
            <a:ext cx="12100560" cy="5273040"/>
          </a:xfrm>
        </p:spPr>
        <p:txBody>
          <a:bodyPr>
            <a:noAutofit/>
          </a:bodyPr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Greed, No Fear – Emotion-Free Trading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Pre-Defined Logic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Driven by Mathematical Models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P&amp;L Tracking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Targets and Fixed Stop-Loss Levels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Manual Decision-Making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and Preserves Capital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and Highly Scalable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Trading Methods Can Be Combined for a Higher Win Rate</a:t>
            </a: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AD89F-83A8-2E4C-72C7-C7058B7FC9E6}"/>
              </a:ext>
            </a:extLst>
          </p:cNvPr>
          <p:cNvSpPr txBox="1"/>
          <p:nvPr/>
        </p:nvSpPr>
        <p:spPr>
          <a:xfrm>
            <a:off x="3914140" y="152400"/>
            <a:ext cx="6121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Algo Trading?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3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C28A5E-4845-C8EE-3B80-613225AE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</p:spTree>
    <p:extLst>
      <p:ext uri="{BB962C8B-B14F-4D97-AF65-F5344CB8AC3E}">
        <p14:creationId xmlns:p14="http://schemas.microsoft.com/office/powerpoint/2010/main" val="261195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4B179-B742-606E-5F25-01D7E639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06997"/>
            <a:ext cx="1211072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strategies used in Algo Trading?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81FD5-78A5-60D4-F830-3C3DA0A12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70560"/>
            <a:ext cx="11887200" cy="6080443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Reversion–Based Strategies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low, sell high (or vice versa) based on the assumption that price returns to its average.</a:t>
            </a: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 / Breakout–Based Strategies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or sell when the price breaks above or below a defined range, using momentum as confirmation.</a:t>
            </a: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Trend-Following Systems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aligned with the dominant market trend.</a:t>
            </a: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Volatility-Based Strategies (Risk Control)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position size based on volatility — focus on risk, not direction.</a:t>
            </a: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/ Quantitative Systems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mathematical, statistical, and data-driven models.</a:t>
            </a: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Learning–Driven Strategies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and adapt patterns directly from historical and live data.</a:t>
            </a:r>
          </a:p>
          <a:p>
            <a:pPr marL="0" indent="0"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/ Smart Systems</a:t>
            </a:r>
            <a:b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multiple strategy types to improve stability and performance.</a:t>
            </a:r>
            <a:endParaRPr lang="en-US" sz="4800" b="1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54F91-94C0-DAB4-DC8D-65AC91DA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https://www.linkedin.com/in/piyush-dave0307/</a:t>
            </a:r>
          </a:p>
        </p:txBody>
      </p:sp>
    </p:spTree>
    <p:extLst>
      <p:ext uri="{BB962C8B-B14F-4D97-AF65-F5344CB8AC3E}">
        <p14:creationId xmlns:p14="http://schemas.microsoft.com/office/powerpoint/2010/main" val="26654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312</Words>
  <Application>Microsoft Office PowerPoint</Application>
  <PresentationFormat>Widescreen</PresentationFormat>
  <Paragraphs>37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What is Algo Trading? Why Algo Trading? What are the strategies used in Algo Trading?</vt:lpstr>
      <vt:lpstr>PowerPoint Presentation</vt:lpstr>
      <vt:lpstr>PowerPoint Presentation</vt:lpstr>
      <vt:lpstr>What are the strategies used in Algo Trading?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Dave</dc:creator>
  <cp:lastModifiedBy>Piyush Dave</cp:lastModifiedBy>
  <cp:revision>5</cp:revision>
  <dcterms:created xsi:type="dcterms:W3CDTF">2025-11-16T02:01:23Z</dcterms:created>
  <dcterms:modified xsi:type="dcterms:W3CDTF">2025-12-18T13:18:23Z</dcterms:modified>
</cp:coreProperties>
</file>